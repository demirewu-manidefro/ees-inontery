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Employee Material Management System - Project Documentation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Project Documentation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1. Project Overview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spcBef>
                <a:spcPts val="1200"/>
              </a:spcBef>
              <a:defRPr b="1" sz="2000"/>
            </a:pPr>
            <a:r>
              <a:t>**Project Title**</a:t>
            </a:r>
          </a:p>
          <a:p>
            <a:pPr>
              <a:spcBef>
                <a:spcPts val="1200"/>
              </a:spcBef>
              <a:defRPr b="1" sz="2000"/>
            </a:pPr>
            <a:r>
              <a:t>**About the Project**</a:t>
            </a:r>
          </a:p>
          <a:p>
            <a:r>
              <a:rPr b="1">
                <a:solidFill>
                  <a:srgbClr val="FF0000"/>
                </a:solidFill>
              </a:rPr>
              <a:t>[INSERT IMAGE: System Landing Page - Shows the ESS Logo and "Enter Portal" button]</a:t>
            </a:r>
          </a:p>
          <a:p>
            <a:pPr>
              <a:spcBef>
                <a:spcPts val="1200"/>
              </a:spcBef>
              <a:defRPr b="1" sz="2000"/>
            </a:pPr>
            <a:r>
              <a:t>**Core Objectives**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2. User Interface &amp; Experience (UI/UX)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spcBef>
                <a:spcPts val="1200"/>
              </a:spcBef>
              <a:defRPr b="1" sz="2000"/>
            </a:pPr>
            <a:r>
              <a:t>**Master Dashboard**</a:t>
            </a:r>
          </a:p>
          <a:p>
            <a:pPr/>
            <a:r>
              <a:t>**Total Staff:** Real-time count of active employees.</a:t>
            </a:r>
          </a:p>
          <a:p>
            <a:pPr/>
            <a:r>
              <a:t>**Stock Inventory:** Total number of registered tracking units.</a:t>
            </a:r>
          </a:p>
          <a:p>
            <a:pPr/>
            <a:r>
              <a:t>**Borrowed Items:** Number of items currently deployed in the field.</a:t>
            </a:r>
          </a:p>
          <a:p>
            <a:pPr/>
            <a:r>
              <a:t>**Waitlist:** Staff members pending item return clearance.</a:t>
            </a:r>
          </a:p>
          <a:p>
            <a:r>
              <a:rPr b="1">
                <a:solidFill>
                  <a:srgbClr val="FF0000"/>
                </a:solidFill>
              </a:rPr>
              <a:t>[INSERT IMAGE: Master Dashboard - Showing the 4 colored statistic cards and the main functional grid]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3. Functional Modules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spcBef>
                <a:spcPts val="1200"/>
              </a:spcBef>
              <a:defRPr b="1" sz="2000"/>
            </a:pPr>
            <a:r>
              <a:t>**A. Workforce Management**</a:t>
            </a:r>
          </a:p>
          <a:p>
            <a:pPr/>
            <a:r>
              <a:t>**Add Personnel:** Capture comprehensive data including:</a:t>
            </a:r>
          </a:p>
          <a:p>
            <a:pPr/>
            <a:r>
              <a:t>*Personal:* First Name, Father's Name, Grandfather's Name, Sex, Phone.</a:t>
            </a:r>
          </a:p>
          <a:p>
            <a:pPr/>
            <a:r>
              <a:t>*Professional:* Position, Employment Status (Permanent/Contract), Assigned Project.</a:t>
            </a:r>
          </a:p>
          <a:p>
            <a:pPr/>
            <a:r>
              <a:t>**Bulk Import:** Upload hundreds of employee records via Excel/CSV.</a:t>
            </a:r>
          </a:p>
          <a:p>
            <a:pPr/>
            <a:r>
              <a:t>**Staff Directory:** A searchable list of all active employees.</a:t>
            </a:r>
          </a:p>
          <a:p>
            <a:r>
              <a:rPr b="1">
                <a:solidFill>
                  <a:srgbClr val="FF0000"/>
                </a:solidFill>
              </a:rPr>
              <a:t>[INSERT IMAGE: Add Employee Form - Shows the input fields for employee registration]</a:t>
            </a:r>
          </a:p>
          <a:p>
            <a:pPr>
              <a:spcBef>
                <a:spcPts val="1200"/>
              </a:spcBef>
              <a:defRPr b="1" sz="2000"/>
            </a:pPr>
            <a:r>
              <a:t>**B. Inventory Control**</a:t>
            </a:r>
          </a:p>
          <a:p>
            <a:pPr/>
            <a:r>
              <a:t>**Material Registration:** uniquely identify items by **Name** and **Serial Number**.</a:t>
            </a:r>
          </a:p>
          <a:p>
            <a:pPr/>
            <a:r>
              <a:t>**Status Tracking:** Items are automatically marked as `available` or `borrowed`.</a:t>
            </a:r>
          </a:p>
          <a:p>
            <a:pPr/>
            <a:r>
              <a:t>**Batch Upload:** Import initial inventory stocks via Excel templates.</a:t>
            </a:r>
          </a:p>
          <a:p>
            <a:r>
              <a:rPr b="1">
                <a:solidFill>
                  <a:srgbClr val="FF0000"/>
                </a:solidFill>
              </a:rPr>
              <a:t>[INSERT IMAGE: Inventory List - A table showing materials and their current status]</a:t>
            </a:r>
          </a:p>
          <a:p>
            <a:pPr>
              <a:spcBef>
                <a:spcPts val="1200"/>
              </a:spcBef>
              <a:defRPr b="1" sz="2000"/>
            </a:pPr>
            <a:r>
              <a:t>**C. Deployment &amp; Logistics (Borrow/Return)**</a:t>
            </a:r>
          </a:p>
          <a:p>
            <a:pPr/>
            <a:r>
              <a:t>*Logic:* Only `available` materials appear in the selection list.</a:t>
            </a:r>
          </a:p>
          <a:p>
            <a:pPr/>
            <a:r>
              <a:t>**Individual Return:** Return specific items (e.g., just the laptop, keep the mouse).</a:t>
            </a:r>
          </a:p>
          <a:p>
            <a:pPr/>
            <a:r>
              <a:t>**Bulk Return:** "Return All" function for immediate clearance.</a:t>
            </a:r>
          </a:p>
          <a:p>
            <a:r>
              <a:rPr b="1">
                <a:solidFill>
                  <a:srgbClr val="FF0000"/>
                </a:solidFill>
              </a:rPr>
              <a:t>[INSERT IMAGE: Borrow Material Screen - The form to select an employee and check off items to borrow]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4. Technical Architecture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spcBef>
                <a:spcPts val="1200"/>
              </a:spcBef>
              <a:defRPr b="1" sz="2000"/>
            </a:pPr>
            <a:r>
              <a:t>**Technology Stack**</a:t>
            </a:r>
          </a:p>
          <a:p>
            <a:pPr>
              <a:spcBef>
                <a:spcPts val="1200"/>
              </a:spcBef>
              <a:defRPr b="1" sz="2000"/>
            </a:pPr>
            <a:r>
              <a:t>**Database Schema**</a:t>
            </a:r>
          </a:p>
          <a:p>
            <a:pPr/>
            <a:r>
              <a:t>**`Employees`**: Stores staff bio-data.</a:t>
            </a:r>
          </a:p>
          <a:p>
            <a:pPr/>
            <a:r>
              <a:t>**`Materials`**: Stores asset inventory (Unique Serial Numbers).</a:t>
            </a:r>
          </a:p>
          <a:p>
            <a:pPr/>
            <a:r>
              <a:t>**`BorrowedMaterials`**: Link table resolving Many-to-Many relationships between Employees and Materials.</a:t>
            </a:r>
          </a:p>
          <a:p>
            <a:pPr/>
            <a:r>
              <a:t>**`Users`**: System administrators and managers with hashed passwords.</a:t>
            </a:r>
          </a:p>
          <a:p>
            <a:pPr/>
            <a:r>
              <a:t>**`LeaveOutMembers`**: Archive of former employees.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5. Security &amp; Administration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spcBef>
                <a:spcPts val="1200"/>
              </a:spcBef>
              <a:defRPr b="1" sz="2000"/>
            </a:pPr>
            <a:r>
              <a:t>**Role-Based Access Control (RBAC)**</a:t>
            </a:r>
          </a:p>
          <a:p>
            <a:pPr/>
            <a:r>
              <a:t>**Administrator:** unique access to:</a:t>
            </a:r>
          </a:p>
          <a:p>
            <a:pPr/>
            <a:r>
              <a:t>Approve/Reject new user registrations.</a:t>
            </a:r>
          </a:p>
          <a:p>
            <a:pPr/>
            <a:r>
              <a:t>Import bulk data (Users/Employees/Materials).</a:t>
            </a:r>
          </a:p>
          <a:p>
            <a:pPr/>
            <a:r>
              <a:t>**System User:** Standard access to Borrow/Return functions and Reference lists.</a:t>
            </a:r>
          </a:p>
          <a:p>
            <a:pPr>
              <a:spcBef>
                <a:spcPts val="1200"/>
              </a:spcBef>
              <a:defRPr b="1" sz="2000"/>
            </a:pPr>
            <a:r>
              <a:t>**Account Security**</a:t>
            </a:r>
          </a:p>
          <a:p>
            <a:pPr/>
            <a:r>
              <a:t>**User Approval:** New registrations are "Pending" until an Admin explicitly approves them.</a:t>
            </a:r>
          </a:p>
          <a:p>
            <a:pPr/>
            <a:r>
              <a:t>**Password Encryption:** All passwords are hashed using `pbkdf2:sha256` before storage.</a:t>
            </a:r>
          </a:p>
          <a:p>
            <a:r>
              <a:rPr b="1">
                <a:solidFill>
                  <a:srgbClr val="FF0000"/>
                </a:solidFill>
              </a:rPr>
              <a:t>[INSERT IMAGE: User Approval Screen - Admin view showing pending user requests]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6. Installation Guide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7. Future Roadmap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/>
            <a:r>
              <a:t>**Automated Email Alerts:** For overdue returns.</a:t>
            </a:r>
          </a:p>
          <a:p>
            <a:pPr/>
            <a:r>
              <a:t>**Barcode Integration:** Scan items to borrow/return instantly.</a:t>
            </a:r>
          </a:p>
          <a:p>
            <a:pPr/>
            <a:r>
              <a:t>**Mobile Application:** A dedicated Android/iOS app for field logistics.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